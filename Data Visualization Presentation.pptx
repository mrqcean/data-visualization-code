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0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5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5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5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30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6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2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dgar.jrc.ec.europa.eu/edgar_food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3E0DA-8038-6194-B972-FDD369695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GB" sz="4400" dirty="0"/>
              <a:t>Data Visualization</a:t>
            </a:r>
            <a:endParaRPr lang="en-DK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E8C02-B4CC-8CB6-06BE-B59A9866D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EDGAR-FOOD dataset</a:t>
            </a: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BA6DFD13-1C01-0C57-D2E1-15C7673A9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87" r="7857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85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FE49-9ABF-52E3-82CD-3CCF7495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Choice: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EDGAR-FOOD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B50C-6317-FA3D-28E7-E8CAEBFD6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2288077"/>
            <a:ext cx="6279741" cy="4186482"/>
          </a:xfrm>
        </p:spPr>
        <p:txBody>
          <a:bodyPr/>
          <a:lstStyle/>
          <a:p>
            <a:r>
              <a:rPr lang="en-GB" dirty="0"/>
              <a:t>Emissions related to food</a:t>
            </a:r>
          </a:p>
          <a:p>
            <a:r>
              <a:rPr lang="en-GB" dirty="0"/>
              <a:t>Displays emissions by countries from 1970 to 2018</a:t>
            </a:r>
          </a:p>
          <a:p>
            <a:r>
              <a:rPr lang="en-GB" dirty="0"/>
              <a:t>Displays emissions by category e.g. “system-stage and –compartment”</a:t>
            </a:r>
          </a:p>
          <a:p>
            <a:r>
              <a:rPr lang="en-GB" dirty="0"/>
              <a:t>Displays substances emitted</a:t>
            </a:r>
          </a:p>
          <a:p>
            <a:r>
              <a:rPr lang="en-GB" dirty="0"/>
              <a:t>Was Narrowed down due to size</a:t>
            </a:r>
            <a:endParaRPr lang="en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05AF2-9F19-32F6-6FF7-B238D6D7B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1862045"/>
          </a:xfrm>
        </p:spPr>
        <p:txBody>
          <a:bodyPr/>
          <a:lstStyle/>
          <a:p>
            <a:r>
              <a:rPr lang="en-GB" dirty="0"/>
              <a:t>We chose the EDGAR-FOOD dataset from the European </a:t>
            </a:r>
            <a:r>
              <a:rPr lang="en-GB" dirty="0" err="1"/>
              <a:t>Comission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>
                <a:hlinkClick r:id="rId2"/>
              </a:rPr>
              <a:t>https://edgar.jrc.ec.europa.eu/edgar_food</a:t>
            </a:r>
            <a:endParaRPr lang="en-GB" dirty="0"/>
          </a:p>
          <a:p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0488A6-10C4-4305-5617-696163509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08" y="300696"/>
            <a:ext cx="4233028" cy="175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3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B779-E13D-41ED-83BB-A4DB9C3F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5159562" cy="1757505"/>
          </a:xfrm>
        </p:spPr>
        <p:txBody>
          <a:bodyPr/>
          <a:lstStyle/>
          <a:p>
            <a:r>
              <a:rPr lang="en-GB" dirty="0"/>
              <a:t>Current Dashboard and Visualization ideas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510F-D200-3B0C-CBB9-83660860E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885" y="553616"/>
            <a:ext cx="5159564" cy="5486400"/>
          </a:xfrm>
        </p:spPr>
        <p:txBody>
          <a:bodyPr/>
          <a:lstStyle/>
          <a:p>
            <a:r>
              <a:rPr lang="en-GB" dirty="0"/>
              <a:t>Selection of different visualizations, small in scope</a:t>
            </a:r>
          </a:p>
          <a:p>
            <a:r>
              <a:rPr lang="en-GB" dirty="0"/>
              <a:t>AI Graph with minimal input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2EB6B-C88A-1E26-0650-DA2082C9A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59" y="2311121"/>
            <a:ext cx="5159563" cy="3728895"/>
          </a:xfrm>
        </p:spPr>
        <p:txBody>
          <a:bodyPr/>
          <a:lstStyle/>
          <a:p>
            <a:r>
              <a:rPr lang="en-GB" dirty="0"/>
              <a:t>Further ideas:</a:t>
            </a:r>
          </a:p>
          <a:p>
            <a:pPr marL="285750" indent="-285750">
              <a:buFontTx/>
              <a:buChar char="-"/>
            </a:pPr>
            <a:r>
              <a:rPr lang="en-GB" dirty="0"/>
              <a:t>Animated/Interactive bar and pie chart displaying greatest emissions. </a:t>
            </a:r>
          </a:p>
          <a:p>
            <a:pPr marL="285750" indent="-285750">
              <a:buFontTx/>
              <a:buChar char="-"/>
            </a:pPr>
            <a:r>
              <a:rPr lang="en-GB" dirty="0"/>
              <a:t>Lollipop &amp; Line graph as a time series for different emissions. </a:t>
            </a:r>
          </a:p>
          <a:p>
            <a:pPr marL="285750" indent="-285750">
              <a:buFontTx/>
              <a:buChar char="-"/>
            </a:pPr>
            <a:r>
              <a:rPr lang="en-GB" dirty="0"/>
              <a:t>Boxplot comparing emissions between countries, categories or regions.</a:t>
            </a:r>
          </a:p>
          <a:p>
            <a:pPr marL="285750" indent="-285750">
              <a:buFontTx/>
              <a:buChar char="-"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85556001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125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Data Visualization</vt:lpstr>
      <vt:lpstr>Dataset Choice:  EDGAR-FOOD</vt:lpstr>
      <vt:lpstr>Current Dashboard and Visualization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Edis</dc:creator>
  <cp:lastModifiedBy>Phillip Edis</cp:lastModifiedBy>
  <cp:revision>1</cp:revision>
  <dcterms:created xsi:type="dcterms:W3CDTF">2025-11-24T07:23:44Z</dcterms:created>
  <dcterms:modified xsi:type="dcterms:W3CDTF">2025-11-24T08:02:16Z</dcterms:modified>
</cp:coreProperties>
</file>